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top to bottom. Emphasise that every number shown comes from the uploaded PDFs, the LLM is checked by deterministic verification, and the human signs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LendSprint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credit-underwriting copilot for MSME lending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5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chosen: "How can financial institutions make better lending decisions using complex or incomplete information?"  ·  User: MSME credit officer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officers read bank statements, ITRs and GST returns by hand and re-key numbers into spreadsheets.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between documents (GST vs banked turnover, hidden EMIs, bounces) are easy to miss.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 loses good borrowers; inconsistent calls raise risk.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hard to explain to a credit committee or auditor.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"AI scoring" is a black box regulated lenders cannot defend.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AI where it adds judgement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06240" y="1883664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8836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8288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PDF (bank / ITR / GST)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241401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4140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3591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fields with verbatim evidence + confidence; read and classify every bank transaction by meaning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2944368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29443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8895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evidence against the PDF; reconcile every row to the running balance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347472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34747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4198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contradictions + transparent credit policy (FOIR, DSCR, bounces, ABB)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4005072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400507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9502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memo: grade, risks citing evidence ids, conditions, borrower questions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4535424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53542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4805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never auto-approve a failed rule or critical flag → capped at Refer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06240" y="5065776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506577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01091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decides; overrides need justification; full audit + Ask-Brain chat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35440" y="1371600"/>
            <a:ext cx="2560320" cy="2176272"/>
          </a:xfrm>
          <a:prstGeom prst="roundRect">
            <a:avLst>
              <a:gd name="adj" fmla="val 3361"/>
            </a:avLst>
          </a:prstGeom>
          <a:solidFill>
            <a:srgbClr val="D9F2EC"/>
          </a:solidFill>
          <a:ln w="12700">
            <a:solidFill>
              <a:srgbClr val="D9F2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00032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 choices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187452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LLM-agnostic (Gemini / Claude / GPT)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SQLite, no-build web UI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keeps table structure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audit the LLM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35440" y="36576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0032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with more time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400032" y="4114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vision for scanned docs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Aggregator, bureau, GST APIs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model on lender outcome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versioning, maker-checker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5742432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synthetic MSME borrowers: a clean file · GST turnover 28% above banked receipts · critical contradictions with 4 bounces and an undisclosed NBFC loan. A missing ITR blocks the decision.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text-based PDFs; business credits = customer receipts + cash deposits; income = ITR net profit / 12; policy thresholds illustrative. All borrowers and documents are synthetic. No real customer data used.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2026-09-26T05:55:25Z</dcterms:created>
  <dcterms:modified xsi:type="dcterms:W3CDTF">2026-09-26T05:55:25Z</dcterms:modified>
</cp:coreProperties>
</file>